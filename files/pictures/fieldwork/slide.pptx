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964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20" d="100"/>
          <a:sy n="120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32C28-A46D-3473-D7DB-7CEBF3E09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5CC40-7EE2-0F26-2DB8-F65F9763D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2C21A-FBD7-BAAF-F63D-733667028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4681-82E6-4441-850D-6E7ED721E5D8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8FC0B-003F-374E-EF52-B1A473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EA81-0994-3E4D-0755-61F9E5DE7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786C3-4C2C-C541-8EC5-DFDC96C3F6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99317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8F1F6-A59B-98FF-8CC3-6F5731A8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1BD0B-B6F0-872C-86DB-A1316A8D5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9B859-49E3-B86D-D2DA-524F20B3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4681-82E6-4441-850D-6E7ED721E5D8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5B2BB-BCCF-CE5F-D2C7-C8BB5E1E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0C945-25EA-480E-2AFF-1172A3640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786C3-4C2C-C541-8EC5-DFDC96C3F6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6900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A3AA2-6CA8-2B34-2460-41D4B47B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50559-4F7F-86BC-7690-9CDD5E02B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43C6A-9619-D039-7E51-E763CB7C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4681-82E6-4441-850D-6E7ED721E5D8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D5764-04F1-DADC-5293-9CA848130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7AF9F-E4D3-4B60-4D4B-33897731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786C3-4C2C-C541-8EC5-DFDC96C3F6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3993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187FC-FE12-6FD1-A608-D0DD5D91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8FA22-5104-C149-4DD4-4CFFFFB66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47F9E-F8BC-24E2-AF7A-9387E71C4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21E22-6A79-3F47-CE9B-B08703CF2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4681-82E6-4441-850D-6E7ED721E5D8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8168B-3D76-E782-AB87-FFA662BB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641AD-FE6D-1436-8E13-F756E2AC4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786C3-4C2C-C541-8EC5-DFDC96C3F6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99595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31BB-9138-A754-8ABF-D87C6C918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F366E-0425-7D8E-71F3-91851F32E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1CB29-E42D-DB0C-B4C1-4DAC1BCBB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B9264-265C-7CB2-5CDA-751D3F511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3E5B52-DACF-035D-2D42-A8A9EA0D7A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A75E4-1720-36AE-76EE-C6462BE6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4681-82E6-4441-850D-6E7ED721E5D8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36E831-5F1D-1570-F26F-808FD1EA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8CEDFB-AADF-3F5C-1D7E-B760149F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786C3-4C2C-C541-8EC5-DFDC96C3F6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19881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B063-4142-C613-6F83-39AD894F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6E241-17D6-38E1-8D35-0667B90D0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4681-82E6-4441-850D-6E7ED721E5D8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BBD43-2A63-0623-38C9-A62CA0ECF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A0CA6-C672-2FBF-40B3-E7D9EF8F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786C3-4C2C-C541-8EC5-DFDC96C3F6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0742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7FBE8E-F51B-DF29-63E5-8FB895F0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4681-82E6-4441-850D-6E7ED721E5D8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8DB7B2-F881-53FD-F4E3-827D9332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CCE20-6C82-3D21-473F-81AEDF7B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786C3-4C2C-C541-8EC5-DFDC96C3F6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0472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EC88-5013-ADA6-3A20-38CA62C71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26049-79FA-823F-629B-74D65EBF0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D42BB-200B-4AA2-1984-F3CA50682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F4C72-D1F5-9305-5837-A46619D1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4681-82E6-4441-850D-6E7ED721E5D8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E6BAF-EB11-69F2-50CF-B2AACB724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E37E6-1710-5788-7412-EB7CB4E8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786C3-4C2C-C541-8EC5-DFDC96C3F6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66611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5B6F-BFFD-41EC-FA00-BE2B05694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50FEAE-B2A6-26F9-7540-83B4C8A2D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05149-9C3E-7513-7E21-481381680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BED35-01E4-D9FB-BEE4-0FE9713B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4681-82E6-4441-850D-6E7ED721E5D8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1B4EC-CF24-9BB8-EC44-EA01195D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252B2-AA2F-DB8C-56D5-1EC16CCF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786C3-4C2C-C541-8EC5-DFDC96C3F6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0939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6DB2-CA7A-E7E0-D9CD-5D5E2FE4B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15C9E-B861-F9A9-B017-FBBE60496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60F39-6122-BD7C-EDB0-6615F0FD7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4681-82E6-4441-850D-6E7ED721E5D8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5A310-383B-9324-13E5-E8853292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0D27A-A911-6E80-8B0F-DBA44871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786C3-4C2C-C541-8EC5-DFDC96C3F6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122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EF5155-E1AE-C89C-1EC5-A35D7A9768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A0B81-EA76-D308-4532-5F1B83980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2E410-A257-78A5-B258-1D355B388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4681-82E6-4441-850D-6E7ED721E5D8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D3C83-6736-5459-7429-5E60C3A0B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E63A3-222A-3EC2-2A36-FDD68B6F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786C3-4C2C-C541-8EC5-DFDC96C3F6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5028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BB57DE-20EA-72C3-6D9A-9053609E1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CD59F-FE13-22A3-6D5F-44B537246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9FE81-3F42-E622-7624-23A2FC5BC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64681-82E6-4441-850D-6E7ED721E5D8}" type="datetimeFigureOut">
              <a:rPr lang="en-DE" smtClean="0"/>
              <a:t>29.03.26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216CE-C858-72D6-0CAF-459DFCB1D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6FB11-135D-D998-44E7-363AB722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786C3-4C2C-C541-8EC5-DFDC96C3F6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74163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and person looking at a map&#10;&#10;Description automatically generated">
            <a:extLst>
              <a:ext uri="{FF2B5EF4-FFF2-40B4-BE49-F238E27FC236}">
                <a16:creationId xmlns:a16="http://schemas.microsoft.com/office/drawing/2014/main" id="{D0368CEC-5810-2011-7714-54FF97EED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34" y="135466"/>
            <a:ext cx="2998050" cy="39974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956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dario riccardo valenzano</dc:creator>
  <cp:lastModifiedBy>dario riccardo valenzano</cp:lastModifiedBy>
  <cp:revision>2</cp:revision>
  <dcterms:created xsi:type="dcterms:W3CDTF">2026-03-29T13:52:02Z</dcterms:created>
  <dcterms:modified xsi:type="dcterms:W3CDTF">2026-03-29T13:57:56Z</dcterms:modified>
</cp:coreProperties>
</file>